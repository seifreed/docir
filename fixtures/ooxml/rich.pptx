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>
  <p:cSld>
    <p:spTree/>
  </p:cSld>
</p:sldMaster>
</file>

<file path=ppt/slides/slide1.xml><?xml version="1.0" encoding="utf-8"?>
<p:sld xmlns:p="http://schemas.openxmlformats.org/presentationml/2006/main">
  <p:cSld>
    <p:spTree/>
  </p:cSld>
</p:sld>
</file>