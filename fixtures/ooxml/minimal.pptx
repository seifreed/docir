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>
  <p:cSld>
    <p:spTree/>
  </p:cSld>
</p:sld>
</file>